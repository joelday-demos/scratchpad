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161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2D9F5-8751-471F-8528-1EE2EF2FFF05}" v="2" dt="2026-06-23T22:07:58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6" autoAdjust="0"/>
    <p:restoredTop sz="94660"/>
  </p:normalViewPr>
  <p:slideViewPr>
    <p:cSldViewPr snapToGrid="0">
      <p:cViewPr varScale="1">
        <p:scale>
          <a:sx n="96" d="100"/>
          <a:sy n="96" d="100"/>
        </p:scale>
        <p:origin x="34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ia Lemberos" userId="a19b25c7-c476-4dae-bcb7-3fd70509f362" providerId="ADAL" clId="{73B5B51B-9316-45A8-AE8B-0FED966FE7EF}"/>
    <pc:docChg chg="addSld modSld">
      <pc:chgData name="Georgia Lemberos" userId="a19b25c7-c476-4dae-bcb7-3fd70509f362" providerId="ADAL" clId="{73B5B51B-9316-45A8-AE8B-0FED966FE7EF}" dt="2026-06-23T22:07:58.875" v="1"/>
      <pc:docMkLst>
        <pc:docMk/>
      </pc:docMkLst>
      <pc:sldChg chg="add setBg">
        <pc:chgData name="Georgia Lemberos" userId="a19b25c7-c476-4dae-bcb7-3fd70509f362" providerId="ADAL" clId="{73B5B51B-9316-45A8-AE8B-0FED966FE7EF}" dt="2026-06-23T22:07:45.297" v="0"/>
        <pc:sldMkLst>
          <pc:docMk/>
          <pc:sldMk cId="3679516264" sldId="2147481613"/>
        </pc:sldMkLst>
      </pc:sldChg>
      <pc:sldChg chg="add setBg">
        <pc:chgData name="Georgia Lemberos" userId="a19b25c7-c476-4dae-bcb7-3fd70509f362" providerId="ADAL" clId="{73B5B51B-9316-45A8-AE8B-0FED966FE7EF}" dt="2026-06-23T22:07:58.875" v="1"/>
        <pc:sldMkLst>
          <pc:docMk/>
          <pc:sldMk cId="735292776" sldId="214748161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51B79-FE24-1D8E-B554-BA98DCDDB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54394-FA21-601D-D629-9C3C979ED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35BB5-C5E6-461C-C179-530AD1DC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CF608-B6AC-8787-543A-241DADDD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FDB05-E2B9-04CD-1345-B28D0756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41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4C6C-DF5E-D997-4DB7-C9E28A00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55E98-0FD5-39A3-DBC2-AF7AA0540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C7E27-18F6-6EC9-2957-F30E03F3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D039F-1858-CD57-CBCC-5F73CCAC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BB3F7-C750-3E87-7401-18757059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63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AE35-C75F-4990-E106-0CDDE1C93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F4A08-7A4C-AB4C-EA50-CF467844D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2E62-1085-3F3C-7C5D-31CB680A2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F6F10-A68E-4555-D83A-8D3822BB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E18D2-62C8-ADBA-9A49-B439BDFA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73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062BA-01B2-1597-B2A6-62E2AA29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CFB23-A161-F82F-F0B1-7F36307A4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CB116-7ED9-B881-DD7E-35BB5B728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68537-0340-0975-8CCA-617983588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086B0-B476-68B0-5DD8-53060A48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0A89A-3B3E-F752-7CBB-F62C8E6DC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3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473E-A87E-6B51-AFD6-F5CAF6BC7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E304C-0F67-2AED-CACE-7B520C6A9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72079-D598-D740-387A-779C80F83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1617F-BF6F-B7D7-A19B-89899FDD6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6D42A2-6221-897B-F6EE-14A8D686A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6C4DBC-71DC-5CF7-D15B-FC2E18D10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8A907-4028-5A91-418D-ED6DBDE23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1871E-B671-1ED4-D2E5-DC88C392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9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57B3-7B05-D933-6BEA-4302D5FC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9A3A7-8982-7AD6-BAE9-4BB846DB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696B2-127B-F5A6-27BE-F18BB718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75EEA-2F13-26A8-E134-C9CC0F33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CDCEC-CEFA-F0A6-A3F6-F90B8870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63CFE-74A2-6828-0771-ACBDEDBD1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12043-DDF2-89B3-0AEA-3BF889CA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2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903A-581A-0F2D-B5D8-12F80B467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EC3F5-528D-6EEC-D4B3-9D1D8AB9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0EF6C-BE99-083B-F768-1054036FE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D372E-9F02-E37E-A547-9BE9AC161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C119-4080-36A4-3CE6-F59CF0E7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1710C-5847-1814-031D-89683A45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6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376C-A2FB-DE55-3A55-E1D49A83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81EDF-55DE-67F3-D020-858BA42D9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B5856-1F2D-8A4C-E012-778F305AB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7F839-1651-4555-14F2-B4836F4E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166FA-B9FF-B3AB-0A0B-B4BEE532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A20F6-6043-52C4-2656-2B973FDA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5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B511-93F2-62CD-4873-704B6C05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33C12-E32B-259C-990E-62E5DDBB6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9B1BF-E128-4BBE-AEE2-F5371B82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3233A-6FFE-BDEA-6A2E-32493944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E6C09-151D-4AC5-082E-1D206D5F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58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3F422-EA75-184B-EE50-2D4A20E3DF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0E838-9EF5-DFEC-EAA1-2ACEB1935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A5DF-B01F-9946-3582-56B9137B7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53DDA-D83C-811D-8C25-0C5193913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BA42C-0095-2451-DE0D-F2B048AB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27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2">
    <p:bg>
      <p:bgPr>
        <a:solidFill>
          <a:srgbClr val="E8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7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E7F4CE-CB3D-2304-264F-BBB767A57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C113F-EB41-101C-EE28-79E214B1D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6029F-D5E2-2483-DEC6-BB33C1158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7A907-D2CA-45D0-97A2-C3CDF67A26E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14C14-48F6-412F-E80A-C82FE467D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7FA14-13F1-42C3-8653-D14497671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25578-1E6E-4954-86E5-33CE70D40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5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BEEE0-D398-D564-73B4-15C444CD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1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52E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3306631-A703-BC17-832C-4D52274D52F8}"/>
              </a:ext>
            </a:extLst>
          </p:cNvPr>
          <p:cNvSpPr txBox="1">
            <a:spLocks/>
          </p:cNvSpPr>
          <p:nvPr/>
        </p:nvSpPr>
        <p:spPr>
          <a:xfrm>
            <a:off x="0" y="274320"/>
            <a:ext cx="12192000" cy="52973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rgbClr val="FFFF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US" sz="4000" dirty="0">
                <a:cs typeface="Segoe UI Semibold" panose="020B0702040204020203" pitchFamily="34" charset="0"/>
              </a:rPr>
              <a:t>Content Generation – PPT </a:t>
            </a:r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5D977935-506A-4C30-9B1C-5171E96BCB4D}"/>
              </a:ext>
            </a:extLst>
          </p:cNvPr>
          <p:cNvSpPr txBox="1">
            <a:spLocks/>
          </p:cNvSpPr>
          <p:nvPr/>
        </p:nvSpPr>
        <p:spPr>
          <a:xfrm>
            <a:off x="937054" y="882626"/>
            <a:ext cx="10515600" cy="570105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2400" dirty="0"/>
              <a:t>Objective for this lab</a:t>
            </a:r>
          </a:p>
          <a:p>
            <a:pPr lvl="1" indent="-32004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Use Copilot in PowerPoint to create the initial deck based on a word document</a:t>
            </a:r>
          </a:p>
          <a:p>
            <a:pPr lvl="1" indent="-32004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Hints:</a:t>
            </a:r>
          </a:p>
          <a:p>
            <a:pPr lvl="2" indent="-320040">
              <a:spcAft>
                <a:spcPts val="1200"/>
              </a:spcAft>
              <a:buFont typeface="Wingdings" panose="02070309020205020404" pitchFamily="49" charset="0"/>
              <a:buChar char="§"/>
            </a:pPr>
            <a:r>
              <a:rPr lang="en-US" sz="2400" dirty="0" err="1"/>
              <a:t>PowerPoint.new</a:t>
            </a:r>
            <a:endParaRPr lang="en-US" sz="2400" dirty="0"/>
          </a:p>
          <a:p>
            <a:pPr lvl="2" indent="-320040">
              <a:spcAft>
                <a:spcPts val="1200"/>
              </a:spcAft>
              <a:buFont typeface="Wingdings" panose="02070309020205020404" pitchFamily="49" charset="0"/>
              <a:buChar char="§"/>
            </a:pPr>
            <a:r>
              <a:rPr lang="en-US" sz="2400" dirty="0"/>
              <a:t>/ or attach to get the word document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2400" dirty="0"/>
              <a:t>Prompt: </a:t>
            </a:r>
            <a:r>
              <a:rPr lang="en-US" sz="2000" dirty="0">
                <a:latin typeface="Segoe UI" panose="020B0502040204020203" pitchFamily="34" charset="0"/>
              </a:rPr>
              <a:t>	</a:t>
            </a:r>
            <a:endParaRPr lang="en-US" sz="1600" dirty="0">
              <a:latin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Create a professional PowerPoint presentation from this document. Build a 6-slide executive briefing for the In-Q-Tel audience. Include a title slide, mission overview, key technology areas, why emerging technology matters, discussion questions, and conclusion. Use a modern technology-focused design with icons, visuals, and concise speaker notes on each slide.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Add Speaker Notes for a 5 minute presentation</a:t>
            </a:r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>
              <a:spcAft>
                <a:spcPts val="12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529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Segoe UI</vt:lpstr>
      <vt:lpstr>Segoe UI Semibold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Georgia Lemberos</dc:creator>
  <cp:lastModifiedBy>Georgia Lemberos</cp:lastModifiedBy>
  <cp:revision>1</cp:revision>
  <dcterms:created xsi:type="dcterms:W3CDTF">2026-06-23T22:07:21Z</dcterms:created>
  <dcterms:modified xsi:type="dcterms:W3CDTF">2026-06-23T22:21:11Z</dcterms:modified>
</cp:coreProperties>
</file>